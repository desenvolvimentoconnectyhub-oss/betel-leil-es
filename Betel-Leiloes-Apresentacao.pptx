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0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280160"/>
            <a:ext cx="1828800" cy="36576"/>
          </a:xfrm>
          <a:prstGeom prst="rect">
            <a:avLst/>
          </a:prstGeom>
          <a:solidFill>
            <a:srgbClr val="D8AD5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BETEL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LEILOES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Assessoria Inteligente em Leiloes de Imoveis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 de Alinhamento — Junho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Investir em leiloes de imoveis e lucrativo, mas complexo.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Informacao dispersa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Dezenas de sites de leiloeiros, tribunais e bancos. Impossivel acompanhar tudo manualmente.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oculto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judiciais, dividas, problemas na matricula — dados espalhados em multiplas fontes.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limitado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curtos entre publicacao do edital e data do leilao. Quem demora, perde.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069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analise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de mercado, nao da para calcular se o lance minimo realmente vale a pena.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agentes de IA trabalhando 24/7 para voce.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tem uma especialidade. Juntos, eles cobrem todo o ciclo: da busca do imovel ate o pos-leilao.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920240" cy="228600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1920240" cy="45720"/>
          </a:xfrm>
          <a:prstGeom prst="rect">
            <a:avLst/>
          </a:prstGeom>
          <a:solidFill>
            <a:srgbClr val="5BC0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Automatica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diaria em dezenas de sites de leilao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377440"/>
            <a:ext cx="1920240" cy="228600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377440"/>
            <a:ext cx="1920240" cy="45720"/>
          </a:xfrm>
          <a:prstGeom prst="rect">
            <a:avLst/>
          </a:prstGeom>
          <a:solidFill>
            <a:srgbClr val="D8AD58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Analise Profunda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juridico, avaliacao de mercado e estrategia de lance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1920240" cy="228600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377440"/>
            <a:ext cx="1920240" cy="45720"/>
          </a:xfrm>
          <a:prstGeom prst="rect">
            <a:avLst/>
          </a:prstGeom>
          <a:solidFill>
            <a:srgbClr val="51C87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de Qualidade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legal e revisao humana antes de publicar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2377440"/>
            <a:ext cx="1920240" cy="228600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377440"/>
            <a:ext cx="1920240" cy="45720"/>
          </a:xfrm>
          <a:prstGeom prst="rect">
            <a:avLst/>
          </a:prstGeom>
          <a:solidFill>
            <a:srgbClr val="EF6B5E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DISTRIBUICAO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Distribuicao Inteligente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0" y="3566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email, portal e blog — cada lead recebe o que importa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DOS AGENTES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— Busca e Analise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5BC0EB">
              <a:alpha val="15000"/>
            </a:srgbClr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" y="2011680"/>
            <a:ext cx="36576" cy="210312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</a:t>
            </a:r>
            <a:pPr indent="0" marL="0">
              <a:buNone/>
            </a:pPr>
            <a:r>
              <a:rPr lang="en-US" sz="14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Buscadora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 dezenas de sites de leilao e extrai todos os imoveis disponiveis automaticamente.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21992"/>
            <a:ext cx="457200" cy="457200"/>
          </a:xfrm>
          <a:prstGeom prst="ellipse">
            <a:avLst/>
          </a:prstGeom>
          <a:solidFill>
            <a:srgbClr val="5BC0EB">
              <a:alpha val="15000"/>
            </a:srgbClr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" y="2679192"/>
            <a:ext cx="36576" cy="210312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</a:t>
            </a:r>
            <a:pPr indent="0" marL="0">
              <a:buNone/>
            </a:pPr>
            <a:r>
              <a:rPr lang="en-US" sz="14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Sentinela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50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editais ja encontrados e alerta quando ha mudancas importantes (preco, data, cancelamento).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889504"/>
            <a:ext cx="457200" cy="457200"/>
          </a:xfrm>
          <a:prstGeom prst="ellipse">
            <a:avLst/>
          </a:prstGeom>
          <a:solidFill>
            <a:srgbClr val="D8AD58">
              <a:alpha val="15000"/>
            </a:srgbClr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1832" y="3346704"/>
            <a:ext cx="36576" cy="210312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843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Helena</a:t>
            </a:r>
            <a:pPr indent="0" marL="0">
              <a:buNone/>
            </a:pPr>
            <a:r>
              <a:rPr lang="en-US" sz="140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Curadora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18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cada edital, extrai fatos relevantes e monta um dossie organizado do imovel.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57016"/>
            <a:ext cx="457200" cy="457200"/>
          </a:xfrm>
          <a:prstGeom prst="ellipse">
            <a:avLst/>
          </a:prstGeom>
          <a:solidFill>
            <a:srgbClr val="EF6B5E">
              <a:alpha val="15000"/>
            </a:srgbClr>
          </a:solidFill>
          <a:ln w="19050">
            <a:solidFill>
              <a:srgbClr val="EF6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1832" y="4014216"/>
            <a:ext cx="36576" cy="210312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3511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</a:t>
            </a:r>
            <a:pPr indent="0" marL="0">
              <a:buNone/>
            </a:pPr>
            <a:r>
              <a:rPr lang="en-US" sz="1400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Risco Oculto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856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dados de processos, CNPJ, matricula e historico para classificar o nivel de risco.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51C878">
              <a:alpha val="15000"/>
            </a:srgbClr>
          </a:solidFill>
          <a:ln w="19050">
            <a:solidFill>
              <a:srgbClr val="51C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1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178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</a:t>
            </a:r>
            <a:pPr indent="0" marL="0">
              <a:buNone/>
            </a:pPr>
            <a:r>
              <a:rPr lang="en-US" sz="14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Estrategista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453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teto de lance ideal, ROI estimado e compara com precos de mercado.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DOS AGENTES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— Qualidade e Publicacao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D8AD58">
              <a:alpha val="15000"/>
            </a:srgbClr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" y="2011680"/>
            <a:ext cx="36576" cy="320040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Otavio</a:t>
            </a:r>
            <a:pPr indent="0" marL="0">
              <a:buNone/>
            </a:pPr>
            <a:r>
              <a:rPr lang="en-US" sz="140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Compliance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 linguagem, bloqueia promessas indevidas e garante conformidade legal em tudo que e publicado.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D8AD58">
              <a:alpha val="15000"/>
            </a:srgbClr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" y="2788920"/>
            <a:ext cx="36576" cy="320040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pPr indent="0" marL="0">
              <a:buNone/>
            </a:pPr>
            <a:r>
              <a:rPr lang="en-US" sz="140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Revisao Humana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o dossie final e envia para aprovacao do admin antes da publicacao.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51C878">
              <a:alpha val="15000"/>
            </a:srgbClr>
          </a:solidFill>
          <a:ln w="19050">
            <a:solidFill>
              <a:srgbClr val="51C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1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1832" y="3566160"/>
            <a:ext cx="36576" cy="320040"/>
          </a:xfrm>
          <a:prstGeom prst="rect">
            <a:avLst/>
          </a:prstGeom>
          <a:solidFill>
            <a:srgbClr val="2E2C28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Danilo</a:t>
            </a:r>
            <a:pPr indent="0" marL="0">
              <a:buNone/>
            </a:pPr>
            <a:r>
              <a:rPr lang="en-US" sz="14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Publicador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 a oportunidade e publica no portal para que investidores possam visualizar.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51C878">
              <a:alpha val="15000"/>
            </a:srgbClr>
          </a:solidFill>
          <a:ln w="19050">
            <a:solidFill>
              <a:srgbClr val="51C8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1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</a:t>
            </a:r>
            <a:pPr indent="0" marL="0">
              <a:buNone/>
            </a:pPr>
            <a:r>
              <a:rPr lang="en-US" sz="14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Pos-Leilao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checklist de providencias para o investidor que arrematou o imovel.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DOS AGENTES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 — Comunicacao e Conteudo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44752"/>
            <a:ext cx="411480" cy="411480"/>
          </a:xfrm>
          <a:prstGeom prst="ellipse">
            <a:avLst/>
          </a:prstGeom>
          <a:solidFill>
            <a:srgbClr val="D8AD58">
              <a:alpha val="15000"/>
            </a:srgbClr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</a:t>
            </a:r>
            <a:pPr indent="0" marL="0">
              <a:buNone/>
            </a:pPr>
            <a:r>
              <a:rPr lang="en-US" sz="130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Leads Premium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642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notificacao completa com dossie, risco e estrategia para assinantes.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020824"/>
            <a:ext cx="411480" cy="411480"/>
          </a:xfrm>
          <a:prstGeom prst="ellipse">
            <a:avLst/>
          </a:prstGeom>
          <a:solidFill>
            <a:srgbClr val="5BC0EB">
              <a:alpha val="15000"/>
            </a:srgbClr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</a:t>
            </a:r>
            <a:pPr indent="0" marL="0">
              <a:buNone/>
            </a:pPr>
            <a:r>
              <a:rPr lang="en-US" sz="1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Leads Frios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240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teaser parcial com CTA para se tornar assinante.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411480" cy="411480"/>
          </a:xfrm>
          <a:prstGeom prst="ellipse">
            <a:avLst/>
          </a:prstGeom>
          <a:solidFill>
            <a:srgbClr val="51C878">
              <a:alpha val="15000"/>
            </a:srgbClr>
          </a:solidFill>
          <a:ln w="19050">
            <a:solidFill>
              <a:srgbClr val="51C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1C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569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pPr indent="0" marL="0">
              <a:buNone/>
            </a:pPr>
            <a:r>
              <a:rPr lang="en-US" sz="13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Multicanal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8163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melhor canal (WhatsApp, email, push) e formato para cada perfil.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172968"/>
            <a:ext cx="411480" cy="411480"/>
          </a:xfrm>
          <a:prstGeom prst="ellipse">
            <a:avLst/>
          </a:prstGeom>
          <a:solidFill>
            <a:srgbClr val="EF6B5E">
              <a:alpha val="15000"/>
            </a:srgbClr>
          </a:solidFill>
          <a:ln w="19050">
            <a:solidFill>
              <a:srgbClr val="EF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</a:t>
            </a:r>
            <a:pPr indent="0" marL="0">
              <a:buNone/>
            </a:pPr>
            <a:r>
              <a:rPr lang="en-US" sz="1300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Comunidade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3924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conteudo educacional seguro sobre leiloes para redes sociais.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D8AD58">
              <a:alpha val="15000"/>
            </a:srgbClr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</a:t>
            </a:r>
            <a:pPr indent="0" marL="0">
              <a:buNone/>
            </a:pPr>
            <a:r>
              <a:rPr lang="en-US" sz="130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396849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relatorios e analises em artigos para o blog da plataforma.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4325112"/>
            <a:ext cx="411480" cy="411480"/>
          </a:xfrm>
          <a:prstGeom prst="ellipse">
            <a:avLst/>
          </a:prstGeom>
          <a:solidFill>
            <a:srgbClr val="5BC0EB">
              <a:alpha val="15000"/>
            </a:srgbClr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</a:t>
            </a:r>
            <a:pPr indent="0" marL="0">
              <a:buNone/>
            </a:pPr>
            <a:r>
              <a:rPr lang="en-US" sz="1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Noticias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45445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noticias curtas e formatadas sobre o mercado de leiloes.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— Alertas Admin</a:t>
            </a:r>
            <a:pPr indent="0" marL="0">
              <a:buNone/>
            </a:pPr>
            <a:r>
              <a:rPr lang="en-US" sz="12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Monitora todo o pipeline e alerta o admin sobre erros, falhas e anomalias.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busca ate o investidor — tudo automatizado.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 + Marcos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81912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81912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Helena + Igor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33472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98064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51C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98064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962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14216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4216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14216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Otavio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65776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30368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A7A2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1928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46520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51C8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PUBLICACAO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62672" y="1828800"/>
            <a:ext cx="1051560" cy="1463040"/>
          </a:xfrm>
          <a:prstGeom prst="rect">
            <a:avLst/>
          </a:prstGeom>
          <a:solidFill>
            <a:srgbClr val="1A1816"/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62672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+ Tiago + Lucas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Suporte Continuo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 — Comunidade    |    Julia — Blog    |    Andre — Noticias    |    Fernanda — Pos-Leilao    |    Vinicius — Alertas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ACESSO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Todos veem. Assinantes acessam.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657600" cy="45720"/>
          </a:xfrm>
          <a:prstGeom prst="rect">
            <a:avLst/>
          </a:prstGeom>
          <a:solidFill>
            <a:srgbClr val="A7A2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/ LEAD FRIO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gratuito na plataforma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o catalogo completo de imoveis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fotos, endereco e data do leilao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teasers por WhatsApp/email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"Ver mais"...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3749040"/>
            <a:ext cx="2926080" cy="640080"/>
          </a:xfrm>
          <a:prstGeom prst="rect">
            <a:avLst/>
          </a:prstGeom>
          <a:solidFill>
            <a:srgbClr val="B8922E">
              <a:alpha val="20000"/>
            </a:srgbClr>
          </a:solidFill>
          <a:ln w="12700">
            <a:solidFill>
              <a:srgbClr val="D8A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Torne-se assinante para ver o dossie completo!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solidFill>
            <a:srgbClr val="1A1816"/>
          </a:solidFill>
          <a:ln w="19050">
            <a:solidFill>
              <a:srgbClr val="D8AD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45920"/>
            <a:ext cx="3657600" cy="45720"/>
          </a:xfrm>
          <a:prstGeom prst="rect">
            <a:avLst/>
          </a:prstGeom>
          <a:solidFill>
            <a:srgbClr val="D8AD5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 PREMIUM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completo a plataforma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 completo do imovel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898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risco detalhada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1912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lance e ROI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em tempo real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776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pos-arremate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prioritario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vem a inteligencia dos nossos agentes.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96012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Base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536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1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Banco de dados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— Armazenamento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Inteligencia Artificial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657600" cy="96012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9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679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CONFIGURACAO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953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Inngest — Automacao de tarefas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Uazapi — WhatsApp automatizado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— Email transacional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3657600" cy="96012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Mercado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822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DataZAP+ (OLX) — Avaliacao de imoveis e preco/m2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FipeZAP — Indice de precos por cidade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498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Dados demograficos (gratuito)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3657600" cy="3246120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Verificacao Juridica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1536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CNJ DataJud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1920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2103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judiciais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359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(3/min)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542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de leiloeiros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2798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BigData Corp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27980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2980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de dados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236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 Registradores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2369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consulta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3419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 do imovel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InfoSimples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675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3858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legais agregados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SerPro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gov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governamentais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falta para operar.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713232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731520" cy="228600"/>
          </a:xfrm>
          <a:prstGeom prst="rect">
            <a:avLst/>
          </a:prstGeom>
          <a:solidFill>
            <a:srgbClr val="EF6B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APIs de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alta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9019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DataZAP+, CNJ DataJud, ReceitaWS — para que Igor e Helena tenham dados reais para analisar risco e valor de mercado.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7680960" cy="713232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5456"/>
            <a:ext cx="731520" cy="228600"/>
          </a:xfrm>
          <a:prstGeom prst="rect">
            <a:avLst/>
          </a:prstGeom>
          <a:solidFill>
            <a:srgbClr val="EF6B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canais de comunicacao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alta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Uazapi (WhatsApp) e Resend (email) — para que Lucas, Camila e Tiago consigam enviar mensagens aos leads.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36976"/>
            <a:ext cx="7680960" cy="713232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46704"/>
            <a:ext cx="731520" cy="228600"/>
          </a:xfrm>
          <a:prstGeom prst="rect">
            <a:avLst/>
          </a:prstGeom>
          <a:solidFill>
            <a:srgbClr val="D8AD5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fluxo completo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8A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584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uma coleta real, processar pelo pipeline, publicar e notificar — validar cada etapa do workflow.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078224"/>
            <a:ext cx="7680960" cy="713232"/>
          </a:xfrm>
          <a:prstGeom prst="rect">
            <a:avLst/>
          </a:prstGeom>
          <a:solidFill>
            <a:srgbClr val="1A1816"/>
          </a:solidFill>
          <a:ln w="12700">
            <a:solidFill>
              <a:srgbClr val="2E2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87952"/>
            <a:ext cx="731520" cy="228600"/>
          </a:xfrm>
          <a:prstGeom prst="rect">
            <a:avLst/>
          </a:prstGeom>
          <a:solidFill>
            <a:srgbClr val="5BC0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4151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Lancar versao beta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4151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4256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Convidar grupo seleto de investidores para testar a plataforma e coletar feedback antes do lancamento publico.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0"/>
            <a:ext cx="1828800" cy="36576"/>
          </a:xfrm>
          <a:prstGeom prst="rect">
            <a:avLst/>
          </a:prstGeom>
          <a:solidFill>
            <a:srgbClr val="D8AD58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A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BETEL LEILOES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a servico do investidor.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Duvidas e proximos passos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Betel Leiloes - Assessoria Inteligente</dc:title>
  <dc:subject>PptxGenJS Presentation</dc:subject>
  <dc:creator>Betel AI</dc:creator>
  <cp:lastModifiedBy>Betel AI</cp:lastModifiedBy>
  <cp:revision>1</cp:revision>
  <dcterms:created xsi:type="dcterms:W3CDTF">2026-06-18T13:25:24Z</dcterms:created>
  <dcterms:modified xsi:type="dcterms:W3CDTF">2026-06-18T13:25:24Z</dcterms:modified>
</cp:coreProperties>
</file>